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AC4778-4A4F-8C98-19BB-2886A65DCB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4A7EB8B-C1B2-9E99-4F0C-538156E022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4608E3F-0FF7-A61D-22B6-623F965D0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970A5-A051-4BDE-B0F6-0834EDF671D8}" type="datetimeFigureOut">
              <a:rPr lang="pt-BR" smtClean="0"/>
              <a:t>23/08/2026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A73FB8-D6D1-3EE2-16C7-A17FC8D7A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BADDEB-74C6-F1E1-312E-FE7BBDCBA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A23B7-6E8D-42BB-8A48-211656AD2A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3611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SCOM_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AC4778-4A4F-8C98-19BB-2886A65DCB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6096000"/>
          </a:xfrm>
        </p:spPr>
        <p:txBody>
          <a:bodyPr anchor="ctr"/>
          <a:lstStyle>
            <a:lvl1pPr algn="ctr">
              <a:defRPr sz="9600">
                <a:latin typeface="Arial Black" panose="020B0A0402010202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4245742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ASCOM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9C0213-4AC8-94D0-9DE9-F398C65C9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00"/>
            <a:ext cx="12192000" cy="674473"/>
          </a:xfrm>
          <a:solidFill>
            <a:schemeClr val="accent3">
              <a:lumMod val="75000"/>
            </a:schemeClr>
          </a:solidFill>
        </p:spPr>
        <p:txBody>
          <a:bodyPr/>
          <a:lstStyle>
            <a:lvl1pPr algn="ctr">
              <a:defRPr sz="6000">
                <a:latin typeface="Arial Black" panose="020B0A04020102020204" pitchFamily="34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ADDBA1-DD84-09E8-21F7-9D66B2E8C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06584"/>
            <a:ext cx="12192000" cy="6151416"/>
          </a:xfrm>
        </p:spPr>
        <p:txBody>
          <a:bodyPr anchor="ctr"/>
          <a:lstStyle>
            <a:lvl1pPr algn="ctr">
              <a:buFont typeface="Arial" panose="020B0604020202020204" pitchFamily="34" charset="0"/>
              <a:buNone/>
              <a:defRPr sz="9600">
                <a:latin typeface="Arial Black" panose="020B0A04020102020204" pitchFamily="34" charset="0"/>
              </a:defRPr>
            </a:lvl1pPr>
            <a:lvl2pPr algn="ctr">
              <a:buFont typeface="Arial" panose="020B0604020202020204" pitchFamily="34" charset="0"/>
              <a:buNone/>
              <a:defRPr sz="9600">
                <a:latin typeface="Arial Black" panose="020B0A04020102020204" pitchFamily="34" charset="0"/>
              </a:defRPr>
            </a:lvl2pPr>
            <a:lvl3pPr algn="ctr">
              <a:buFont typeface="Arial" panose="020B0604020202020204" pitchFamily="34" charset="0"/>
              <a:buNone/>
              <a:defRPr sz="9600">
                <a:latin typeface="Arial Black" panose="020B0A04020102020204" pitchFamily="34" charset="0"/>
              </a:defRPr>
            </a:lvl3pPr>
            <a:lvl4pPr algn="ctr">
              <a:buFont typeface="Arial" panose="020B0604020202020204" pitchFamily="34" charset="0"/>
              <a:buNone/>
              <a:defRPr sz="9600">
                <a:latin typeface="Arial Black" panose="020B0A04020102020204" pitchFamily="34" charset="0"/>
              </a:defRPr>
            </a:lvl4pPr>
            <a:lvl5pPr algn="ctr">
              <a:buFont typeface="Arial" panose="020B0604020202020204" pitchFamily="34" charset="0"/>
              <a:buNone/>
              <a:defRPr sz="9600">
                <a:latin typeface="Arial Black" panose="020B0A04020102020204" pitchFamily="34" charset="0"/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539416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9C0213-4AC8-94D0-9DE9-F398C65C9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ADDBA1-DD84-09E8-21F7-9D66B2E8C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8D07049-628A-DD96-6F26-D366D8AE1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970A5-A051-4BDE-B0F6-0834EDF671D8}" type="datetimeFigureOut">
              <a:rPr lang="pt-BR" smtClean="0"/>
              <a:t>23/08/2026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BC244A-C05C-FEAD-0407-63100DEB8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B0D90A-E93C-2D4C-3FCF-D51C8D89C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A23B7-6E8D-42BB-8A48-211656AD2A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2690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A330CE-240B-6978-4456-5AF5E5F83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28B3E94-5367-D2D1-FA58-DC3C1E285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6954C4-A1E8-C61C-9ED0-9D3478FF0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970A5-A051-4BDE-B0F6-0834EDF671D8}" type="datetimeFigureOut">
              <a:rPr lang="pt-BR" smtClean="0"/>
              <a:t>23/08/2026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7DBC7A-C410-EF36-FD42-14D112220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DE9E23-0333-3E4A-5E21-CD7B5A906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A23B7-6E8D-42BB-8A48-211656AD2A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0274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9D67CC-FC7A-A59E-D041-A7D991004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6496E89-E602-F2CD-DAC2-779FECDC0F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FC486F7-A5AA-40F8-C134-217D0C2F72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8C3974A-64C6-1334-A04F-0EB50C855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970A5-A051-4BDE-B0F6-0834EDF671D8}" type="datetimeFigureOut">
              <a:rPr lang="pt-BR" smtClean="0"/>
              <a:t>23/08/2026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1769AD4-57D3-4CFD-390D-99A96E6AA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4BC36E3-DC15-E189-11BF-49600FA89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A23B7-6E8D-42BB-8A48-211656AD2A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1048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0C5D29-4975-1742-4AD6-54EC599CA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DE877E5-E1D0-B0A6-8EB0-C9D91C7BC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580D70D-AF9C-7013-B896-E02946FF59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D7C8DFB-3E81-3630-FCCC-ED8A8B6CE1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6B54EC2-6B31-1168-FC21-3054910451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17232B5-ABD8-AA20-2B72-C0DF0C113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970A5-A051-4BDE-B0F6-0834EDF671D8}" type="datetimeFigureOut">
              <a:rPr lang="pt-BR" smtClean="0"/>
              <a:t>23/08/2026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3F4D333-7DC2-82C8-7310-A60512264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E0496FB-62D6-BA6B-E5EB-2B05BA7E7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A23B7-6E8D-42BB-8A48-211656AD2A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6148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7DAFE7-641F-16CB-4326-8F7276ADF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5A78FFA-1BEF-7B20-5D58-B4BDD899E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970A5-A051-4BDE-B0F6-0834EDF671D8}" type="datetimeFigureOut">
              <a:rPr lang="pt-BR" smtClean="0"/>
              <a:t>23/08/2026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35B99F8-88A9-FE89-750C-10A050641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F01C8DD-D4C7-CA3C-4873-EF1281717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A23B7-6E8D-42BB-8A48-211656AD2A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56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E464E9B-4148-1DDE-5BB3-38AEBA538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970A5-A051-4BDE-B0F6-0834EDF671D8}" type="datetimeFigureOut">
              <a:rPr lang="pt-BR" smtClean="0"/>
              <a:t>23/08/2026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4EADCFE-BBFC-A5C0-E3CA-FFD50F467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D2DD548-0DBC-27ED-B402-B74773880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A23B7-6E8D-42BB-8A48-211656AD2A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3740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2782F3-DAE5-37BF-7745-322B96125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DA8454-E817-99EA-469A-3730E030A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AB6B64-425C-A65E-71A8-B034B74A00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C8E09B2-648A-1152-E050-0E334E869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970A5-A051-4BDE-B0F6-0834EDF671D8}" type="datetimeFigureOut">
              <a:rPr lang="pt-BR" smtClean="0"/>
              <a:t>23/08/2026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17BFEB3-F5F8-5A5A-7E89-9B232981B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A1777C0-8765-B814-5D74-A3A1F16A1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A23B7-6E8D-42BB-8A48-211656AD2A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3787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4D28CA-4885-07AA-F3EC-F1E1BAA55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076E23F-28DD-9D3F-896E-BADAB69D10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7B59A2A-91DC-BDF3-E335-E9CD6E31C9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079A1D8-5E07-933A-5C95-A8A9C069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970A5-A051-4BDE-B0F6-0834EDF671D8}" type="datetimeFigureOut">
              <a:rPr lang="pt-BR" smtClean="0"/>
              <a:t>23/08/2026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9B46221-9D12-4637-2676-462C0FA63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2935F0C-C7E7-13FC-54EA-9237756EE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A23B7-6E8D-42BB-8A48-211656AD2A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23974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D9FF10-A977-9FB5-5D6A-EF8FE8C52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A46B6AF-4F42-82BD-42DE-338B5F9022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9C6135-E383-1542-4752-127749343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970A5-A051-4BDE-B0F6-0834EDF671D8}" type="datetimeFigureOut">
              <a:rPr lang="pt-BR" smtClean="0"/>
              <a:t>23/08/2026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6ED9069-2B3D-3FFA-810C-EC1BADF34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033E66-DF2B-A347-E124-C07A08591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A23B7-6E8D-42BB-8A48-211656AD2A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36984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D4C648D-DCE9-84F9-C1F5-4F7CDC6456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12DBA5A-37FC-BE60-2E34-580A3238F5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548E700-9750-7A96-3A8A-C2B728DC5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970A5-A051-4BDE-B0F6-0834EDF671D8}" type="datetimeFigureOut">
              <a:rPr lang="pt-BR" smtClean="0"/>
              <a:t>23/08/2026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F97564-3A29-F1B8-187B-6B4CC2087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28BC32-0A35-3CFD-BFAE-42AA691A2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A23B7-6E8D-42BB-8A48-211656AD2A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203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5BCAE1F-DCAC-DF56-4099-22ABE393A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769FFDB-743F-6769-9DDC-9AECBEE659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7700527-89EE-6046-52BD-5F62EB62D2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D970A5-A051-4BDE-B0F6-0834EDF671D8}" type="datetimeFigureOut">
              <a:rPr lang="pt-BR" smtClean="0"/>
              <a:t>23/08/2026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62E39E-AC85-2386-C58F-62468B9708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82E659E-60CB-2E66-5456-B852DBEF3A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CA23B7-6E8D-42BB-8A48-211656AD2A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1520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61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7CDBFDE-D110-C2C8-8ED0-6BF5F05366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7381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3EEEA-6E80-B9B4-BDE3-D6AD16775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788D8B-2407-41B8-040E-A9D37EC5F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673DC9-0180-1D68-D4F2-E01FC1661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50949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Arial Black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Vieira</dc:creator>
  <cp:lastModifiedBy>Rafael Vieira</cp:lastModifiedBy>
  <cp:revision>1</cp:revision>
  <dcterms:created xsi:type="dcterms:W3CDTF">2026-08-23T19:45:41Z</dcterms:created>
  <dcterms:modified xsi:type="dcterms:W3CDTF">2026-08-23T19:48:13Z</dcterms:modified>
</cp:coreProperties>
</file>